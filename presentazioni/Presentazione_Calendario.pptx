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4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6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p8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8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10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10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52" name="Google Shape;52;p10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1680302" y="94328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Progetto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Clingo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Calendario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30725" y="2962200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C34A"/>
                </a:solidFill>
                <a:latin typeface="Roboto Slab"/>
                <a:ea typeface="Roboto Slab"/>
                <a:cs typeface="Roboto Slab"/>
                <a:sym typeface="Roboto Slab"/>
              </a:rPr>
              <a:t>Università degli studi di Torino, anno accademico 2024/25</a:t>
            </a:r>
            <a:endParaRPr b="0" i="0" sz="2400" u="none" cap="none" strike="noStrike">
              <a:solidFill>
                <a:srgbClr val="8BC34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91171" y="5000772"/>
            <a:ext cx="41265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C34A"/>
                </a:solidFill>
                <a:latin typeface="Roboto Slab"/>
                <a:ea typeface="Roboto Slab"/>
                <a:cs typeface="Roboto Slab"/>
                <a:sym typeface="Roboto Slab"/>
              </a:rPr>
              <a:t>Lavoro a cura di:</a:t>
            </a:r>
            <a:endParaRPr b="0" i="0" sz="2400" u="none" cap="none" strike="noStrike">
              <a:solidFill>
                <a:srgbClr val="8BC34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Obiettivi del progetto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Modellazione in ASP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Modellazione in ASP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Vincoli implementati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Vincoli implementati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Vincoli implementati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Struttura delle giornate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457188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 mostrati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" name="Google Shape;119;p22" title="ChatGPT Image 10 dic 2025, 12_24_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325" y="1417650"/>
            <a:ext cx="3303749" cy="452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4775550" y="141765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 : 1+ Calls : 1 Time : 4.816s (Solving: 0.90s 1st Model: 0.90s Unsat: 0.00s) CPU Time     : 4.814s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