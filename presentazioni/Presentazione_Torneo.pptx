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6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8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8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10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10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1680302" y="94328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Progetto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Clips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Torneo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30725" y="2962200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Università degli studi di Torino, anno accademico 2024/25</a:t>
            </a:r>
            <a:endParaRPr b="0" i="0" sz="2400" u="none" cap="none" strike="noStrike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91171" y="5000772"/>
            <a:ext cx="4126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Lavoro a cura di:</a:t>
            </a:r>
            <a:endParaRPr b="0" i="0" sz="2400" u="none" cap="none" strike="noStrike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Obiettivi del progetto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Suddividere</a:t>
            </a:r>
            <a:r>
              <a:rPr lang="en-US"/>
              <a:t>: </a:t>
            </a:r>
            <a:r>
              <a:rPr lang="en-US">
                <a:solidFill>
                  <a:schemeClr val="dk1"/>
                </a:solidFill>
              </a:rPr>
              <a:t>32 squadre in 8 gironi da 4</a:t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Garantire la presenza di 1 squadra per fascia</a:t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Garantire almeno 3 continenti per girone</a:t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Generare il calendario in 3 giornate</a:t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Assicurare che ogni squadra giochi contro tutte le altre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Modellazione in ASP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Predicati: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>
                <a:solidFill>
                  <a:schemeClr val="dk1"/>
                </a:solidFill>
              </a:rPr>
              <a:t> squadra/1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>
                <a:solidFill>
                  <a:schemeClr val="dk1"/>
                </a:solidFill>
              </a:rPr>
              <a:t>zone/2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>
                <a:solidFill>
                  <a:schemeClr val="dk1"/>
                </a:solidFill>
              </a:rPr>
              <a:t>partizione/2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375" y="3428988"/>
            <a:ext cx="70675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0750" y="2426813"/>
            <a:ext cx="71628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0750" y="4459750"/>
            <a:ext cx="7162800" cy="945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Modellazione in ASP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</a:t>
            </a:r>
            <a:r>
              <a:rPr lang="en-US">
                <a:solidFill>
                  <a:schemeClr val="dk1"/>
                </a:solidFill>
              </a:rPr>
              <a:t>ssegnazione ai gironi tramite scelta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Utilizzo di posizioni per costruire le partite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3075" y="2921175"/>
            <a:ext cx="2837850" cy="10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Vincoli implementati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1 squadra per fascia in ogni girone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Almeno 3 continenti rappresentati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575" y="2066500"/>
            <a:ext cx="6826700" cy="740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575" y="3455925"/>
            <a:ext cx="6826700" cy="701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Vincoli implementati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/>
              <a:t>Premessa: le partite sono state definite nel seguente modo: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Ogni coppia di squadre gioca una sola volta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850" y="3771575"/>
            <a:ext cx="6451525" cy="7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850" y="2120025"/>
            <a:ext cx="6451525" cy="8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Vincoli implementati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/>
              <a:t>Premessa: le modalità di definizione di “ una squadra gioca in un girone e giornata”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Ogni squadra gioca esattamente una partita per giornata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7300" y="2585575"/>
            <a:ext cx="5374575" cy="8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2125" y="4405113"/>
            <a:ext cx="561975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Struttura delle giornate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Giornata 1: 1–2, 3–4</a:t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Giornata 2: 1–3, 2–4</a:t>
            </a:r>
            <a:endParaRPr/>
          </a:p>
          <a:p>
            <a:pPr indent="-2540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Giornata 3: 1–4, 2–3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925" y="3153425"/>
            <a:ext cx="7096125" cy="231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 mostrati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5686800" y="367230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Models : 1+ Calls : 1 Time : 0.751s (Solving: 0.17s 1st Model: 0.13s Unsat: 0.00s) CPU Time : 0.531s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925" y="1328600"/>
            <a:ext cx="7759875" cy="21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